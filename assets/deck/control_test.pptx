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D0DC2BB-9330-42AD-9329-3B764D63C37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8/6/26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BB23948-66FF-4B83-90F7-81DFB273833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3828960" y="914400"/>
            <a:ext cx="14857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control test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